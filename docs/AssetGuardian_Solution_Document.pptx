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EE7B7"/>
                </a:solidFill>
              </a:defRPr>
            </a:pPr>
            <a:r>
              <a:t>AssetGuardian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3A1BD"/>
                </a:solidFill>
              </a:defRPr>
            </a:pPr>
            <a:r>
              <a:t>Enterprise Asset Inspection Platform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3A1BD"/>
                </a:solidFill>
              </a:defRPr>
            </a:pPr>
            <a:r>
              <a:t>AI-Powered Identity Verification, Damage Detection, Fraud Prevention &amp; Lifecycle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4F8CFF"/>
                </a:solidFill>
              </a:defRPr>
            </a:pPr>
            <a:r>
              <a:t>Solution Architecture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93A1BD"/>
                </a:solidFill>
              </a:defRPr>
            </a:pPr>
            <a:r>
              <a:t>NCS Technology Services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AssetGuardian AI automates enterprise IT asset inspections using multi-agent AI orchestration.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It replaces manual, error-prone processes with an intelligent pipeline that verifies identity,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detects physical damage, prevents fraud, and makes lifecycle decisions — all in a single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Reduces inspection time from 45 minutes to under 60 seconds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Eliminates human bias and inconsistency in damage assessment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Detects fraud (stock photos, reused images, manipulated submissions) automatically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Auto-identifies device type and brand from photos — no manual selection needed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Integrates vendor warranty verification (HP, Dell, Lenovo) into lifecycle decisions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Supports 4 enterprise workflows: Handover, Return, Self-Declaration, Ad-hoc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Full audit trail with DynamoDB history and CloudWatch logging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Role-based access with Cognito authentication (Employee / Admin)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Manual asset inspections are slow (30-45 min per device), subjective, and inconsistent</a:t>
            </a:r>
          </a:p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No standardized damage scoring — depends on who inspects</a:t>
            </a:r>
          </a:p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Fraud is undetectable: employees submit old photos, stock images, or photos of different devices</a:t>
            </a:r>
          </a:p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Warranty status is checked manually on vendor websites — time-consuming and often skipped</a:t>
            </a:r>
          </a:p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Device type mismatch goes unnoticed (claiming monitor inspection but submitting laptop photos)</a:t>
            </a:r>
          </a:p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No single source of truth for asset condition history</a:t>
            </a:r>
          </a:p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Lifecycle decisions (repair/replace/continue) made without data-driven justification</a:t>
            </a:r>
          </a:p>
          <a:p>
            <a:pPr>
              <a:spcAft>
                <a:spcPts val="800"/>
              </a:spcAft>
              <a:defRPr sz="1500">
                <a:solidFill>
                  <a:srgbClr val="93A1BD"/>
                </a:solidFill>
              </a:defRPr>
            </a:pPr>
            <a:r>
              <a:t>  •  Audit compliance gaps — no tamper-proof evidence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Solution: Multi-Agent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Six specialized AI agents execute sequentially with fail-fast logic: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1. Identity Verification — OCR + CMDB cross-reference (auto-registers unknown assets)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2. Vision Quality Gate — Ensures photos are clear, well-lit, and show the full device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3. Fraud Detection — EXIF analysis, stock photo detection, liveness check, duplicate detection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4. Damage Assessment — AI vision scores physical damage (0-100) with device type auto-detection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5. Lifecycle Decision — Rule-based repair/replace/continue logic using damage + age + warranty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6. Warranty Verification — Real-time check against HP/Dell/Lenovo vendor APIs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Pipeline halts immediately on Critical fraud (stock photos) or identity failure.</a:t>
            </a:r>
          </a:p>
          <a:p>
            <a:pPr>
              <a:spcAft>
                <a:spcPts val="800"/>
              </a:spcAft>
              <a:defRPr sz="1400">
                <a:solidFill>
                  <a:srgbClr val="93A1BD"/>
                </a:solidFill>
              </a:defRPr>
            </a:pPr>
            <a:r>
              <a:t>  •  Results include confidence scores, evidence, and actionable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FRONTEND (CloudFront + S3)          │  BACKEND (Lambda + API Gateway)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                                    │                            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Single-page portal (index.html)     │  assetguardian-harness-invoke Lambda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Cognito Auth (SigV4 signing)        │  ├── handler.py (routing + auth)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S3 direct upload (presigned)        │  ├── orchestrator.py (pipeline)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Dark theme, responsive              │  └── agents/               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                                    │      ├── identity_verification.py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CloudFront Distribution             │      ├── vision_quality_gate.py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dn40ox0gzb4b1.cloudfront.net        │      ├── fraud_detection.py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                                    │      ├── damage_detection.py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API CloudFront                      │      ├── lifecycle_decision.py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d2xsszrekq4050.cloudfront.net       │      ├── warranty_verification.py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                                    │      ├── display_health.py 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                                    │      └── evaluators.py     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DATA LAYER                          │  AI SERVICES               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                                    │                            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DynamoDB: assetguardian-cmdb        │  Amazon Bedrock (Claude Sonnet 4)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DynamoDB: inspection-history        │  Amazon Rekognition (OCR / DetectText)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DynamoDB: warranty-cache            │  Vendor APIs (HP/Dell/Lenovo)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S3: asset-photos bucket             │                             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Cognito User Pool                   │  WAFv2 Web ACL (rate limiting)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│  Secrets Manager (origin verify)     │  X-Ray Tracing (performance)              │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EE7B7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Four inspection workflows with SLA targets: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Employee Handover (24h SLA)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Identity → Vision → Fraud → Damage → Lifecycle → Warranty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Used when assigning a new device to an employee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Asset Return (48h SLA)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Identity → Vision → Fraud → Damage → Display Health → Lifecycle → Warranty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Most comprehensive — includes display pixel/backlight checks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Annual Self-Declaration (72h SLA)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Identity → Attestation → Vision → Fraud → Damage → Lifecycle → Warranty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Yearly condition check with employee attestation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Ad-hoc Inspection (4h critical / 24h standard SLA)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Identity → Vision → Fraud → Damage (conditional) → Display (conditional) → Lifecycle → Warranty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Flexible — triggered by IT for specific concerns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Agent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IDENTITY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Rekognition DetectText OCR reads asset tag serial numbers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Cross-references DynamoDB CMDB (asset registry)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Auto-registers unknown assets (creates CMDB entry on first inspection)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Matches employee ID / email against assigned user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FRAUD DETECTION (5-check framework)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EXIF metadata presence and validity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Image freshness (captured within 48 hours)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Liveness check (optional OTP code visible in photo)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Duplicate detection (SHA-256 hash comparison)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AI stock photo detection (Claude Vision — rejects studio/internet images)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Critical fraud halts the entire pipeline immediately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DAMAGE DETECTION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Auto-detects device type (laptop/monitor/phone/tablet) from photos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Flags device type mismatch (declared vs actual)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Scores damage 0-100 with severity category (None/Minor/Moderate/Severe/Critical)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Identifies specific damage types: cracks, scratches, dents, missing keys, hinge damage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Vendor Warranty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Real-time warranty status from principal vendors, integrated into lifecycle decisions: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Supported Vendors: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HP — Enterprise Warranty API (OAuth2, API key/secret)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Dell — TechDirect API (OAuth2 client credentials)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Lenovo — Public warranty lookup (no credentials needed)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How it works: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Device vendor auto-detected from CMDB record (device model / manufacturer field)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Serial number queried against vendor API with 5-second timeout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Results cached in DynamoDB (24h TTL) to avoid repeated lookups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Warranty status (ACTIVE/EXPIRED) feeds into lifecycle decision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Data returned: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Warranty start/end dates, days remaining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Service level (e.g., Next Business Day Onsite)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Coverage details (multiple entitlements)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Product name and model confirmation from vendor records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Runs in PARALLEL with damage detection — adds zero latency to the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Authentication &amp; Authorization: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Amazon Cognito User Pool (email/password + verification)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SigV4 request signing for all API calls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AWS_IAM authorization on API Gateway routes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Role-based access: Employee vs Admin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Origin Protection: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CloudFront origin-verify header (shared secret via Secrets Manager)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WAFv2 Web ACL attached to API CloudFront distribution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Direct API Gateway access blocked — must go through CloudFront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Data Protection: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Photos uploaded directly to S3 with presigned URLs (never touch server)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S3 bucket policy restricts access to authenticated users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DynamoDB encryption at rest (AWS managed keys)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Inspection history has TTL-based expiration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Input Sanitization: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Prompt injection defense (sanitize.py strips all special characters)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Asset ID, serial number, employee ID validated with strict regex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S3 key path validation prevents traversal attacks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AWS Infrastructure (CDK)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Compute: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Lambda (Python 3.12) — 512MB, 300s timeout, x86_64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Single function handles all routes (orchestrator pattern)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Networking: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CloudFront (portal) — dn40ox0gzb4b1.cloudfront.net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CloudFront (API) — d2xsszrekq4050.cloudfront.net (60s origin timeout)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API Gateway HTTP API (v2) — rwgheig8j7.execute-api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Storage: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S3: assetguardian-portal (frontend hosting)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S3: assetguardian-asset-photos (inspection evidence)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DynamoDB: assetguardian-cmdb (asset registry, 295 assets)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DynamoDB: assetguardian-inspection-history (results + audit)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DynamoDB: assetguardian-warranty-cache (vendor API cache, 24h TTL)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AI Services: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Amazon Bedrock — Claude Haiku 4.5 (vision + reasoning)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  • Amazon Rekognition — DetectText (OCR for asset tags)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200">
                <a:solidFill>
                  <a:srgbClr val="93A1BD"/>
                </a:solidFill>
              </a:defRPr>
            </a:pPr>
            <a:r>
              <a:t>  •  Deployment: AWS CDK (Python) — single stack, single region (ap-southeast-1)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Inspection Results (displayed on-screen immediately after pipeline completes):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Identity Verification — verified/not, CMDB status, serial match, ownership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Vision Quality — overall score, sharpness, lighting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Fraud Detection — risk level, legitimacy confidence, stock photo flag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Damage Assessment — severity score, condition grade, detected device type/brand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Lifecycle Decision — continue/repair/replace, cost estimate, rule applied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Warranty Verification — status, end date, days remaining, service level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Actions available after inspection: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📄 Save as PDF — opens print-friendly report in new tab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📧 Email to Employee — pre-filled email with summary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🔄 New Inspection — clears form and starts fresh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Audit &amp; Compliance: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Full history stored in DynamoDB with TTL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Event Logs tab (admin only) shows CloudWatch logs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Each inspection tagged with reference ID for traceability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Evidence photos retained in S3 with audit prefix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6EE7B7"/>
                </a:solidFill>
              </a:defRPr>
            </a:pPr>
            <a:r>
              <a:t>Scenario: Healthy HP EliteBook — Employee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Portal URL: https://dn40ox0gzb4b1.cloudfront.net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Steps: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1. Sign in with Cognito credentials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2. Select workflow: Employee Handover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3. Enter Asset ID: ASSET-0001, Serial: 5CG01523C7, Employee: EMP1001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4. Upload device photos (front, rear, side) — real workplace photos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5. Upload asset tag photo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6. Click 'Run Inspection'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Expected Result: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Identity: Verified (matched in CMDB)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Vision: Passed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Fraud: Low risk (genuine workplace photos)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Damage: Minor (score &lt; 15), condition Good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Lifecycle: Continue Use ($0 cost)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Warranty: Active (HP, Next Business Day)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Negative Test: Upload stock photo → Pipeline halts at Fraud Detection (Critical)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Phase 2 — Planned Enhancements: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Mobile-native app (React Native) with offline inspection capability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Barcode/QR code scanning for instant asset lookup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Automated email notifications on inspection completion (SES integration)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Bulk inspection via CSV upload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Manager approval workflow for high-value lifecycle decisions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Integration with ServiceNow / Jira for repair ticket creation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Phase 3 — Advanced AI: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Predictive failure analysis based on inspection history trends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Automated procurement recommendations when fleet warranty expires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Multi-language support for global deployments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Video-based inspection (real-time damage detection from walk-around clip)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Bedrock AgentCore Gateway integration for conversational inspection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Phase 4 — Enterprise Scale: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Multi-tenant SaaS deployment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Custom damage scoring models per organization</a:t>
            </a:r>
          </a:p>
          <a:p>
            <a:pPr>
              <a:spcAft>
                <a:spcPts val="800"/>
              </a:spcAft>
              <a:defRPr sz="1300">
                <a:solidFill>
                  <a:srgbClr val="93A1BD"/>
                </a:solidFill>
              </a:defRPr>
            </a:pPr>
            <a:r>
              <a:t>  •    • API marketplace for third-party integrations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EE7B7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3A1BD"/>
                </a:solidFill>
              </a:defRPr>
            </a:pPr>
            <a:r>
              <a:t>AssetGuardian AI — Making Enterprise Asset Management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4F8CFF"/>
                </a:solidFill>
              </a:defRPr>
            </a:pPr>
            <a:r>
              <a:t>Portal: https://dn40ox0gzb4b1.cloudfront.net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4F8CFF"/>
                </a:solidFill>
              </a:defRPr>
            </a:pPr>
            <a:r>
              <a:t>GitHub: https://github.com/harishov/assetguardian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3A1BD"/>
                </a:solidFill>
              </a:defRPr>
            </a:pPr>
            <a:r>
              <a:t>NCS Technology Services  |  Built with Amazon Bedrock, Lambda, CloudFront, DynamoDB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